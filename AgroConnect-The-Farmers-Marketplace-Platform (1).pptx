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0" r:id="rId3"/>
    <p:sldId id="257" r:id="rId4"/>
    <p:sldId id="258" r:id="rId5"/>
    <p:sldId id="261" r:id="rId6"/>
    <p:sldId id="262" r:id="rId7"/>
    <p:sldId id="259" r:id="rId8"/>
    <p:sldId id="263" r:id="rId9"/>
    <p:sldId id="264" r:id="rId10"/>
    <p:sldId id="265" r:id="rId11"/>
    <p:sldId id="266" r:id="rId12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8F1C68-5174-42FC-8A23-51FF067CAD0F}" v="32" dt="2025-09-12T23:35:35.462"/>
    <p1510:client id="{BC5D7FD5-A9A2-478C-BAAB-AA1314C413EF}" v="11" dt="2025-09-12T23:39:30.756"/>
    <p1510:client id="{F3444AC2-E150-4518-8A9F-ABC8DE986D38}" v="8" dt="2025-09-12T23:44:56.0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shu Mishra" userId="4a493bc6cce8d979" providerId="Windows Live" clId="Web-{638F1C68-5174-42FC-8A23-51FF067CAD0F}"/>
    <pc:docChg chg="modSld sldOrd">
      <pc:chgData name="Priyanshu Mishra" userId="4a493bc6cce8d979" providerId="Windows Live" clId="Web-{638F1C68-5174-42FC-8A23-51FF067CAD0F}" dt="2025-09-12T23:35:35.462" v="31" actId="14100"/>
      <pc:docMkLst>
        <pc:docMk/>
      </pc:docMkLst>
      <pc:sldChg chg="modTransition">
        <pc:chgData name="Priyanshu Mishra" userId="4a493bc6cce8d979" providerId="Windows Live" clId="Web-{638F1C68-5174-42FC-8A23-51FF067CAD0F}" dt="2025-09-12T23:33:54.758" v="27"/>
        <pc:sldMkLst>
          <pc:docMk/>
          <pc:sldMk cId="0" sldId="256"/>
        </pc:sldMkLst>
      </pc:sldChg>
      <pc:sldChg chg="addSp modSp ord">
        <pc:chgData name="Priyanshu Mishra" userId="4a493bc6cce8d979" providerId="Windows Live" clId="Web-{638F1C68-5174-42FC-8A23-51FF067CAD0F}" dt="2025-09-12T23:30:50.147" v="19" actId="20577"/>
        <pc:sldMkLst>
          <pc:docMk/>
          <pc:sldMk cId="0" sldId="257"/>
        </pc:sldMkLst>
        <pc:spChg chg="mod">
          <ac:chgData name="Priyanshu Mishra" userId="4a493bc6cce8d979" providerId="Windows Live" clId="Web-{638F1C68-5174-42FC-8A23-51FF067CAD0F}" dt="2025-09-12T23:30:50.147" v="19" actId="20577"/>
          <ac:spMkLst>
            <pc:docMk/>
            <pc:sldMk cId="0" sldId="257"/>
            <ac:spMk id="2" creationId="{00000000-0000-0000-0000-000000000000}"/>
          </ac:spMkLst>
        </pc:spChg>
        <pc:spChg chg="add mod">
          <ac:chgData name="Priyanshu Mishra" userId="4a493bc6cce8d979" providerId="Windows Live" clId="Web-{638F1C68-5174-42FC-8A23-51FF067CAD0F}" dt="2025-09-12T23:24:47.395" v="2"/>
          <ac:spMkLst>
            <pc:docMk/>
            <pc:sldMk cId="0" sldId="257"/>
            <ac:spMk id="16" creationId="{9642D044-6B8D-0335-95CC-364E563C0E47}"/>
          </ac:spMkLst>
        </pc:spChg>
      </pc:sldChg>
      <pc:sldChg chg="addSp modSp">
        <pc:chgData name="Priyanshu Mishra" userId="4a493bc6cce8d979" providerId="Windows Live" clId="Web-{638F1C68-5174-42FC-8A23-51FF067CAD0F}" dt="2025-09-12T23:31:03.490" v="20" actId="20577"/>
        <pc:sldMkLst>
          <pc:docMk/>
          <pc:sldMk cId="0" sldId="258"/>
        </pc:sldMkLst>
        <pc:spChg chg="mod">
          <ac:chgData name="Priyanshu Mishra" userId="4a493bc6cce8d979" providerId="Windows Live" clId="Web-{638F1C68-5174-42FC-8A23-51FF067CAD0F}" dt="2025-09-12T23:31:03.490" v="20" actId="20577"/>
          <ac:spMkLst>
            <pc:docMk/>
            <pc:sldMk cId="0" sldId="258"/>
            <ac:spMk id="2" creationId="{00000000-0000-0000-0000-000000000000}"/>
          </ac:spMkLst>
        </pc:spChg>
        <pc:spChg chg="add">
          <ac:chgData name="Priyanshu Mishra" userId="4a493bc6cce8d979" providerId="Windows Live" clId="Web-{638F1C68-5174-42FC-8A23-51FF067CAD0F}" dt="2025-09-12T23:25:08.410" v="3"/>
          <ac:spMkLst>
            <pc:docMk/>
            <pc:sldMk cId="0" sldId="258"/>
            <ac:spMk id="30" creationId="{0248473F-0329-E4DB-276E-FD5514D5D341}"/>
          </ac:spMkLst>
        </pc:spChg>
      </pc:sldChg>
      <pc:sldChg chg="addSp modSp ord">
        <pc:chgData name="Priyanshu Mishra" userId="4a493bc6cce8d979" providerId="Windows Live" clId="Web-{638F1C68-5174-42FC-8A23-51FF067CAD0F}" dt="2025-09-12T23:31:50.366" v="23" actId="20577"/>
        <pc:sldMkLst>
          <pc:docMk/>
          <pc:sldMk cId="0" sldId="259"/>
        </pc:sldMkLst>
        <pc:spChg chg="mod">
          <ac:chgData name="Priyanshu Mishra" userId="4a493bc6cce8d979" providerId="Windows Live" clId="Web-{638F1C68-5174-42FC-8A23-51FF067CAD0F}" dt="2025-09-12T23:31:50.366" v="23" actId="20577"/>
          <ac:spMkLst>
            <pc:docMk/>
            <pc:sldMk cId="0" sldId="259"/>
            <ac:spMk id="2" creationId="{00000000-0000-0000-0000-000000000000}"/>
          </ac:spMkLst>
        </pc:spChg>
        <pc:spChg chg="add">
          <ac:chgData name="Priyanshu Mishra" userId="4a493bc6cce8d979" providerId="Windows Live" clId="Web-{638F1C68-5174-42FC-8A23-51FF067CAD0F}" dt="2025-09-12T23:25:15.410" v="4"/>
          <ac:spMkLst>
            <pc:docMk/>
            <pc:sldMk cId="0" sldId="259"/>
            <ac:spMk id="6" creationId="{65DC90CA-01BB-8627-7938-89F3335186A1}"/>
          </ac:spMkLst>
        </pc:spChg>
      </pc:sldChg>
      <pc:sldChg chg="addSp modSp ord">
        <pc:chgData name="Priyanshu Mishra" userId="4a493bc6cce8d979" providerId="Windows Live" clId="Web-{638F1C68-5174-42FC-8A23-51FF067CAD0F}" dt="2025-09-12T23:35:35.462" v="31" actId="14100"/>
        <pc:sldMkLst>
          <pc:docMk/>
          <pc:sldMk cId="0" sldId="260"/>
        </pc:sldMkLst>
        <pc:spChg chg="mod">
          <ac:chgData name="Priyanshu Mishra" userId="4a493bc6cce8d979" providerId="Windows Live" clId="Web-{638F1C68-5174-42FC-8A23-51FF067CAD0F}" dt="2025-09-12T23:35:35.462" v="31" actId="14100"/>
          <ac:spMkLst>
            <pc:docMk/>
            <pc:sldMk cId="0" sldId="260"/>
            <ac:spMk id="2" creationId="{00000000-0000-0000-0000-000000000000}"/>
          </ac:spMkLst>
        </pc:spChg>
        <pc:spChg chg="mod">
          <ac:chgData name="Priyanshu Mishra" userId="4a493bc6cce8d979" providerId="Windows Live" clId="Web-{638F1C68-5174-42FC-8A23-51FF067CAD0F}" dt="2025-09-12T23:35:08.774" v="30" actId="1076"/>
          <ac:spMkLst>
            <pc:docMk/>
            <pc:sldMk cId="0" sldId="260"/>
            <ac:spMk id="3" creationId="{00000000-0000-0000-0000-000000000000}"/>
          </ac:spMkLst>
        </pc:spChg>
        <pc:spChg chg="add">
          <ac:chgData name="Priyanshu Mishra" userId="4a493bc6cce8d979" providerId="Windows Live" clId="Web-{638F1C68-5174-42FC-8A23-51FF067CAD0F}" dt="2025-09-12T23:25:25.692" v="5"/>
          <ac:spMkLst>
            <pc:docMk/>
            <pc:sldMk cId="0" sldId="260"/>
            <ac:spMk id="15" creationId="{EEE96A45-AD3B-DA08-E687-CF91A7253F63}"/>
          </ac:spMkLst>
        </pc:spChg>
      </pc:sldChg>
      <pc:sldChg chg="addSp modSp">
        <pc:chgData name="Priyanshu Mishra" userId="4a493bc6cce8d979" providerId="Windows Live" clId="Web-{638F1C68-5174-42FC-8A23-51FF067CAD0F}" dt="2025-09-12T23:31:19.287" v="21" actId="20577"/>
        <pc:sldMkLst>
          <pc:docMk/>
          <pc:sldMk cId="0" sldId="261"/>
        </pc:sldMkLst>
        <pc:spChg chg="mod">
          <ac:chgData name="Priyanshu Mishra" userId="4a493bc6cce8d979" providerId="Windows Live" clId="Web-{638F1C68-5174-42FC-8A23-51FF067CAD0F}" dt="2025-09-12T23:31:19.287" v="21" actId="20577"/>
          <ac:spMkLst>
            <pc:docMk/>
            <pc:sldMk cId="0" sldId="261"/>
            <ac:spMk id="2" creationId="{00000000-0000-0000-0000-000000000000}"/>
          </ac:spMkLst>
        </pc:spChg>
        <pc:spChg chg="add">
          <ac:chgData name="Priyanshu Mishra" userId="4a493bc6cce8d979" providerId="Windows Live" clId="Web-{638F1C68-5174-42FC-8A23-51FF067CAD0F}" dt="2025-09-12T23:25:30.692" v="6"/>
          <ac:spMkLst>
            <pc:docMk/>
            <pc:sldMk cId="0" sldId="261"/>
            <ac:spMk id="15" creationId="{EA2A19E4-2169-9F69-97D5-6B74FD770D13}"/>
          </ac:spMkLst>
        </pc:spChg>
      </pc:sldChg>
      <pc:sldChg chg="addSp modSp ord">
        <pc:chgData name="Priyanshu Mishra" userId="4a493bc6cce8d979" providerId="Windows Live" clId="Web-{638F1C68-5174-42FC-8A23-51FF067CAD0F}" dt="2025-09-12T23:31:32.475" v="22" actId="20577"/>
        <pc:sldMkLst>
          <pc:docMk/>
          <pc:sldMk cId="0" sldId="262"/>
        </pc:sldMkLst>
        <pc:spChg chg="mod">
          <ac:chgData name="Priyanshu Mishra" userId="4a493bc6cce8d979" providerId="Windows Live" clId="Web-{638F1C68-5174-42FC-8A23-51FF067CAD0F}" dt="2025-09-12T23:31:32.475" v="22" actId="20577"/>
          <ac:spMkLst>
            <pc:docMk/>
            <pc:sldMk cId="0" sldId="262"/>
            <ac:spMk id="2" creationId="{00000000-0000-0000-0000-000000000000}"/>
          </ac:spMkLst>
        </pc:spChg>
        <pc:spChg chg="add">
          <ac:chgData name="Priyanshu Mishra" userId="4a493bc6cce8d979" providerId="Windows Live" clId="Web-{638F1C68-5174-42FC-8A23-51FF067CAD0F}" dt="2025-09-12T23:25:35.270" v="7"/>
          <ac:spMkLst>
            <pc:docMk/>
            <pc:sldMk cId="0" sldId="262"/>
            <ac:spMk id="17" creationId="{EA51AD30-7B44-92C9-C624-D88B6468634A}"/>
          </ac:spMkLst>
        </pc:spChg>
      </pc:sldChg>
      <pc:sldChg chg="addSp modSp">
        <pc:chgData name="Priyanshu Mishra" userId="4a493bc6cce8d979" providerId="Windows Live" clId="Web-{638F1C68-5174-42FC-8A23-51FF067CAD0F}" dt="2025-09-12T23:32:05.476" v="24" actId="20577"/>
        <pc:sldMkLst>
          <pc:docMk/>
          <pc:sldMk cId="0" sldId="263"/>
        </pc:sldMkLst>
        <pc:spChg chg="mod">
          <ac:chgData name="Priyanshu Mishra" userId="4a493bc6cce8d979" providerId="Windows Live" clId="Web-{638F1C68-5174-42FC-8A23-51FF067CAD0F}" dt="2025-09-12T23:32:05.476" v="24" actId="20577"/>
          <ac:spMkLst>
            <pc:docMk/>
            <pc:sldMk cId="0" sldId="263"/>
            <ac:spMk id="2" creationId="{00000000-0000-0000-0000-000000000000}"/>
          </ac:spMkLst>
        </pc:spChg>
        <pc:spChg chg="add">
          <ac:chgData name="Priyanshu Mishra" userId="4a493bc6cce8d979" providerId="Windows Live" clId="Web-{638F1C68-5174-42FC-8A23-51FF067CAD0F}" dt="2025-09-12T23:25:38.660" v="8"/>
          <ac:spMkLst>
            <pc:docMk/>
            <pc:sldMk cId="0" sldId="263"/>
            <ac:spMk id="12" creationId="{BF14E665-7F9D-99C0-0E04-FC996AF3B1A7}"/>
          </ac:spMkLst>
        </pc:spChg>
      </pc:sldChg>
      <pc:sldChg chg="addSp modSp">
        <pc:chgData name="Priyanshu Mishra" userId="4a493bc6cce8d979" providerId="Windows Live" clId="Web-{638F1C68-5174-42FC-8A23-51FF067CAD0F}" dt="2025-09-12T23:32:19.710" v="25" actId="20577"/>
        <pc:sldMkLst>
          <pc:docMk/>
          <pc:sldMk cId="0" sldId="264"/>
        </pc:sldMkLst>
        <pc:spChg chg="mod">
          <ac:chgData name="Priyanshu Mishra" userId="4a493bc6cce8d979" providerId="Windows Live" clId="Web-{638F1C68-5174-42FC-8A23-51FF067CAD0F}" dt="2025-09-12T23:32:19.710" v="25" actId="20577"/>
          <ac:spMkLst>
            <pc:docMk/>
            <pc:sldMk cId="0" sldId="264"/>
            <ac:spMk id="2" creationId="{00000000-0000-0000-0000-000000000000}"/>
          </ac:spMkLst>
        </pc:spChg>
        <pc:spChg chg="add">
          <ac:chgData name="Priyanshu Mishra" userId="4a493bc6cce8d979" providerId="Windows Live" clId="Web-{638F1C68-5174-42FC-8A23-51FF067CAD0F}" dt="2025-09-12T23:25:43.895" v="9"/>
          <ac:spMkLst>
            <pc:docMk/>
            <pc:sldMk cId="0" sldId="264"/>
            <ac:spMk id="54" creationId="{7666935E-26D3-8756-1F63-1F879630B1C9}"/>
          </ac:spMkLst>
        </pc:spChg>
      </pc:sldChg>
      <pc:sldChg chg="addSp modSp">
        <pc:chgData name="Priyanshu Mishra" userId="4a493bc6cce8d979" providerId="Windows Live" clId="Web-{638F1C68-5174-42FC-8A23-51FF067CAD0F}" dt="2025-09-12T23:32:37.695" v="26" actId="20577"/>
        <pc:sldMkLst>
          <pc:docMk/>
          <pc:sldMk cId="0" sldId="265"/>
        </pc:sldMkLst>
        <pc:spChg chg="mod">
          <ac:chgData name="Priyanshu Mishra" userId="4a493bc6cce8d979" providerId="Windows Live" clId="Web-{638F1C68-5174-42FC-8A23-51FF067CAD0F}" dt="2025-09-12T23:32:37.695" v="26" actId="20577"/>
          <ac:spMkLst>
            <pc:docMk/>
            <pc:sldMk cId="0" sldId="265"/>
            <ac:spMk id="2" creationId="{00000000-0000-0000-0000-000000000000}"/>
          </ac:spMkLst>
        </pc:spChg>
        <pc:spChg chg="add">
          <ac:chgData name="Priyanshu Mishra" userId="4a493bc6cce8d979" providerId="Windows Live" clId="Web-{638F1C68-5174-42FC-8A23-51FF067CAD0F}" dt="2025-09-12T23:25:47.801" v="10"/>
          <ac:spMkLst>
            <pc:docMk/>
            <pc:sldMk cId="0" sldId="265"/>
            <ac:spMk id="11" creationId="{3E378657-5276-B5D1-0DCD-4010E86366A7}"/>
          </ac:spMkLst>
        </pc:spChg>
      </pc:sldChg>
    </pc:docChg>
  </pc:docChgLst>
  <pc:docChgLst>
    <pc:chgData name="Priyanshu Mishra" userId="4a493bc6cce8d979" providerId="Windows Live" clId="Web-{F3444AC2-E150-4518-8A9F-ABC8DE986D38}"/>
    <pc:docChg chg="modSld">
      <pc:chgData name="Priyanshu Mishra" userId="4a493bc6cce8d979" providerId="Windows Live" clId="Web-{F3444AC2-E150-4518-8A9F-ABC8DE986D38}" dt="2025-09-12T23:44:56.035" v="7" actId="20577"/>
      <pc:docMkLst>
        <pc:docMk/>
      </pc:docMkLst>
      <pc:sldChg chg="modSp modTransition">
        <pc:chgData name="Priyanshu Mishra" userId="4a493bc6cce8d979" providerId="Windows Live" clId="Web-{F3444AC2-E150-4518-8A9F-ABC8DE986D38}" dt="2025-09-12T23:44:56.035" v="7" actId="20577"/>
        <pc:sldMkLst>
          <pc:docMk/>
          <pc:sldMk cId="0" sldId="264"/>
        </pc:sldMkLst>
        <pc:spChg chg="mod">
          <ac:chgData name="Priyanshu Mishra" userId="4a493bc6cce8d979" providerId="Windows Live" clId="Web-{F3444AC2-E150-4518-8A9F-ABC8DE986D38}" dt="2025-09-12T23:44:41.956" v="6" actId="20577"/>
          <ac:spMkLst>
            <pc:docMk/>
            <pc:sldMk cId="0" sldId="264"/>
            <ac:spMk id="3" creationId="{00000000-0000-0000-0000-000000000000}"/>
          </ac:spMkLst>
        </pc:spChg>
        <pc:spChg chg="mod">
          <ac:chgData name="Priyanshu Mishra" userId="4a493bc6cce8d979" providerId="Windows Live" clId="Web-{F3444AC2-E150-4518-8A9F-ABC8DE986D38}" dt="2025-09-12T23:44:56.035" v="7" actId="20577"/>
          <ac:spMkLst>
            <pc:docMk/>
            <pc:sldMk cId="0" sldId="264"/>
            <ac:spMk id="28" creationId="{00000000-0000-0000-0000-000000000000}"/>
          </ac:spMkLst>
        </pc:spChg>
      </pc:sldChg>
      <pc:sldChg chg="modTransition">
        <pc:chgData name="Priyanshu Mishra" userId="4a493bc6cce8d979" providerId="Windows Live" clId="Web-{F3444AC2-E150-4518-8A9F-ABC8DE986D38}" dt="2025-09-12T23:43:57.328" v="2"/>
        <pc:sldMkLst>
          <pc:docMk/>
          <pc:sldMk cId="0" sldId="265"/>
        </pc:sldMkLst>
      </pc:sldChg>
      <pc:sldChg chg="modTransition">
        <pc:chgData name="Priyanshu Mishra" userId="4a493bc6cce8d979" providerId="Windows Live" clId="Web-{F3444AC2-E150-4518-8A9F-ABC8DE986D38}" dt="2025-09-12T23:43:09.997" v="1"/>
        <pc:sldMkLst>
          <pc:docMk/>
          <pc:sldMk cId="0" sldId="266"/>
        </pc:sldMkLst>
      </pc:sldChg>
    </pc:docChg>
  </pc:docChgLst>
  <pc:docChgLst>
    <pc:chgData name="Priyanshu Mishra" userId="4a493bc6cce8d979" providerId="Windows Live" clId="Web-{BC5D7FD5-A9A2-478C-BAAB-AA1314C413EF}"/>
    <pc:docChg chg="modSld">
      <pc:chgData name="Priyanshu Mishra" userId="4a493bc6cce8d979" providerId="Windows Live" clId="Web-{BC5D7FD5-A9A2-478C-BAAB-AA1314C413EF}" dt="2025-09-12T23:39:30.756" v="10"/>
      <pc:docMkLst>
        <pc:docMk/>
      </pc:docMkLst>
      <pc:sldChg chg="modTransition">
        <pc:chgData name="Priyanshu Mishra" userId="4a493bc6cce8d979" providerId="Windows Live" clId="Web-{BC5D7FD5-A9A2-478C-BAAB-AA1314C413EF}" dt="2025-09-12T23:38:18.239" v="2"/>
        <pc:sldMkLst>
          <pc:docMk/>
          <pc:sldMk cId="0" sldId="257"/>
        </pc:sldMkLst>
      </pc:sldChg>
      <pc:sldChg chg="modTransition">
        <pc:chgData name="Priyanshu Mishra" userId="4a493bc6cce8d979" providerId="Windows Live" clId="Web-{BC5D7FD5-A9A2-478C-BAAB-AA1314C413EF}" dt="2025-09-12T23:38:30.692" v="3"/>
        <pc:sldMkLst>
          <pc:docMk/>
          <pc:sldMk cId="0" sldId="258"/>
        </pc:sldMkLst>
      </pc:sldChg>
      <pc:sldChg chg="modTransition">
        <pc:chgData name="Priyanshu Mishra" userId="4a493bc6cce8d979" providerId="Windows Live" clId="Web-{BC5D7FD5-A9A2-478C-BAAB-AA1314C413EF}" dt="2025-09-12T23:38:59.521" v="6"/>
        <pc:sldMkLst>
          <pc:docMk/>
          <pc:sldMk cId="0" sldId="259"/>
        </pc:sldMkLst>
      </pc:sldChg>
      <pc:sldChg chg="modSp modTransition">
        <pc:chgData name="Priyanshu Mishra" userId="4a493bc6cce8d979" providerId="Windows Live" clId="Web-{BC5D7FD5-A9A2-478C-BAAB-AA1314C413EF}" dt="2025-09-12T23:37:53.082" v="1"/>
        <pc:sldMkLst>
          <pc:docMk/>
          <pc:sldMk cId="0" sldId="260"/>
        </pc:sldMkLst>
        <pc:spChg chg="mod">
          <ac:chgData name="Priyanshu Mishra" userId="4a493bc6cce8d979" providerId="Windows Live" clId="Web-{BC5D7FD5-A9A2-478C-BAAB-AA1314C413EF}" dt="2025-09-12T23:37:14.300" v="0" actId="1076"/>
          <ac:spMkLst>
            <pc:docMk/>
            <pc:sldMk cId="0" sldId="260"/>
            <ac:spMk id="2" creationId="{00000000-0000-0000-0000-000000000000}"/>
          </ac:spMkLst>
        </pc:spChg>
      </pc:sldChg>
      <pc:sldChg chg="modTransition">
        <pc:chgData name="Priyanshu Mishra" userId="4a493bc6cce8d979" providerId="Windows Live" clId="Web-{BC5D7FD5-A9A2-478C-BAAB-AA1314C413EF}" dt="2025-09-12T23:38:48.568" v="4"/>
        <pc:sldMkLst>
          <pc:docMk/>
          <pc:sldMk cId="0" sldId="261"/>
        </pc:sldMkLst>
      </pc:sldChg>
      <pc:sldChg chg="modTransition">
        <pc:chgData name="Priyanshu Mishra" userId="4a493bc6cce8d979" providerId="Windows Live" clId="Web-{BC5D7FD5-A9A2-478C-BAAB-AA1314C413EF}" dt="2025-09-12T23:38:56.911" v="5"/>
        <pc:sldMkLst>
          <pc:docMk/>
          <pc:sldMk cId="0" sldId="262"/>
        </pc:sldMkLst>
      </pc:sldChg>
      <pc:sldChg chg="modTransition">
        <pc:chgData name="Priyanshu Mishra" userId="4a493bc6cce8d979" providerId="Windows Live" clId="Web-{BC5D7FD5-A9A2-478C-BAAB-AA1314C413EF}" dt="2025-09-12T23:39:05.427" v="7"/>
        <pc:sldMkLst>
          <pc:docMk/>
          <pc:sldMk cId="0" sldId="263"/>
        </pc:sldMkLst>
      </pc:sldChg>
      <pc:sldChg chg="modTransition">
        <pc:chgData name="Priyanshu Mishra" userId="4a493bc6cce8d979" providerId="Windows Live" clId="Web-{BC5D7FD5-A9A2-478C-BAAB-AA1314C413EF}" dt="2025-09-12T23:39:09.771" v="8"/>
        <pc:sldMkLst>
          <pc:docMk/>
          <pc:sldMk cId="0" sldId="264"/>
        </pc:sldMkLst>
      </pc:sldChg>
      <pc:sldChg chg="modTransition">
        <pc:chgData name="Priyanshu Mishra" userId="4a493bc6cce8d979" providerId="Windows Live" clId="Web-{BC5D7FD5-A9A2-478C-BAAB-AA1314C413EF}" dt="2025-09-12T23:39:21.974" v="9"/>
        <pc:sldMkLst>
          <pc:docMk/>
          <pc:sldMk cId="0" sldId="265"/>
        </pc:sldMkLst>
      </pc:sldChg>
      <pc:sldChg chg="modTransition">
        <pc:chgData name="Priyanshu Mishra" userId="4a493bc6cce8d979" providerId="Windows Live" clId="Web-{BC5D7FD5-A9A2-478C-BAAB-AA1314C413EF}" dt="2025-09-12T23:39:30.756" v="10"/>
        <pc:sldMkLst>
          <pc:docMk/>
          <pc:sldMk cId="0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A93DE-31D2-49EE-A254-001865449978}" type="datetimeFigureOut">
              <a:t>9/12/2025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955384-8405-4A92-9B7A-BD91D646AD4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273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265485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AgroConnect – The Farmers Marketplace Platform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41257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Priyanshu Mishra, Saksham Kumar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12123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Mentor: Dr. Nagendra Nath Dubey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7414" y="1138972"/>
            <a:ext cx="13617881" cy="908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u="sng" dirty="0">
                <a:solidFill>
                  <a:srgbClr val="000000"/>
                </a:solidFill>
                <a:latin typeface="Inter Bold"/>
                <a:ea typeface="Inter Bold" pitchFamily="34" charset="-122"/>
                <a:cs typeface="Inter Bold" pitchFamily="34" charset="-120"/>
              </a:rPr>
              <a:t>Problem Identification, Originality &amp; Social Relevance</a:t>
            </a:r>
            <a:endParaRPr lang="en-US" sz="4000" u="sng">
              <a:latin typeface="Inter Bold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687415" y="2195699"/>
            <a:ext cx="13048536" cy="1626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Farmers are often caught in exploitative supply chains, typically retaining only 25–30% of the final product value. This severe disparity is not merely a financial inconvenience but a systemic issue fueled by a critical lack of direct market access, opaque pricing mechanisms, and unreliable quality assurance. The perishable nature of fresh produce, coupled with limited access to storage facilities and real-time market information, makes farmers vulnerable to middlemen who dictate prices and terms, severely impacting their livelihoods and creating significant food waste.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90932" y="4154329"/>
            <a:ext cx="6422588" cy="3453765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792" y="4177189"/>
            <a:ext cx="6376868" cy="610076"/>
          </a:xfrm>
          <a:prstGeom prst="roundRect">
            <a:avLst>
              <a:gd name="adj" fmla="val 9506"/>
            </a:avLst>
          </a:prstGeom>
          <a:solidFill>
            <a:srgbClr val="DADBF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648" y="4287679"/>
            <a:ext cx="305038" cy="3813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7151" y="4990624"/>
            <a:ext cx="3233261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AgroConnect's Originality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17151" y="5430203"/>
            <a:ext cx="5970151" cy="1951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uniquely integrate an AI-driven grading system for objective quality assessment, dynamic pricing algorithms based on real-time market data, and secure ESCROW payment facilities. This comprehensive approach ensures fair value, optimized pricing, and builds trust for both farmers and buyers.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16879" y="4154329"/>
            <a:ext cx="6422588" cy="3453765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39739" y="4177189"/>
            <a:ext cx="6376868" cy="610076"/>
          </a:xfrm>
          <a:prstGeom prst="roundRect">
            <a:avLst>
              <a:gd name="adj" fmla="val 9506"/>
            </a:avLst>
          </a:prstGeom>
          <a:solidFill>
            <a:srgbClr val="DADBF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5595" y="4287679"/>
            <a:ext cx="305038" cy="38135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3098" y="4990624"/>
            <a:ext cx="2542342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Social Relevance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643098" y="5430203"/>
            <a:ext cx="5970151" cy="1626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platform empowers farmers by eliminating intermediaries, aiming to double their income and reduce post-harvest waste by up to 60%. This directly contributes to UN Sustainable Development Goal 2: Zero Hunger, fostering sustainable food production and improving rural livelihoods.</a:t>
            </a:r>
            <a:endParaRPr lang="en-US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E96A45-AD3B-DA08-E687-CF91A7253F63}"/>
              </a:ext>
            </a:extLst>
          </p:cNvPr>
          <p:cNvSpPr/>
          <p:nvPr/>
        </p:nvSpPr>
        <p:spPr>
          <a:xfrm>
            <a:off x="12783311" y="7754111"/>
            <a:ext cx="1847088" cy="3474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5798"/>
            <a:ext cx="709112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u="sng" dirty="0">
                <a:solidFill>
                  <a:srgbClr val="000000"/>
                </a:solidFill>
                <a:latin typeface="Inter Bold"/>
                <a:ea typeface="Inter Bold" pitchFamily="34" charset="-122"/>
                <a:cs typeface="Inter Bold" pitchFamily="34" charset="-120"/>
              </a:rPr>
              <a:t>The Need for a Direct Marketplace</a:t>
            </a:r>
            <a:endParaRPr lang="en-US" sz="3300" u="sng">
              <a:latin typeface="Inter Bold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537573"/>
            <a:ext cx="13042821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Farmers often receive a disproportionately small share of the final sale price of their produce, typically earning only 25–30% due to multiple layers of intermediaries. This limited market access reduces their sales potential and forces them to contend with unfair pricing and inadequate quality verification mechanisms.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113" y="2545437"/>
            <a:ext cx="9782056" cy="42826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07850" y="4447809"/>
            <a:ext cx="1147282" cy="80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Multiple Intermediaries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879151" y="4447809"/>
            <a:ext cx="1147282" cy="80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Direct Marketplace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879931" y="5895689"/>
            <a:ext cx="2085966" cy="42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 pays, more to farmer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3253" y="5983690"/>
            <a:ext cx="262672" cy="2511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42004" y="3349862"/>
            <a:ext cx="2133374" cy="42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Farmer receives small share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9327" y="3418604"/>
            <a:ext cx="265932" cy="2511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87645" y="5876725"/>
            <a:ext cx="2076485" cy="42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Intermediary fees reduce amount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6061" y="6002209"/>
            <a:ext cx="262672" cy="2511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740237" y="3456530"/>
            <a:ext cx="2133374" cy="213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 pays full price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3616" y="3418604"/>
            <a:ext cx="262671" cy="25111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93790" y="7019449"/>
            <a:ext cx="13042821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direct marketplace mitigates these issues by fostering transparency, enabling farmers to secure better profits, and giving them greater control over their sales process.</a:t>
            </a:r>
            <a:endParaRPr lang="en-US" sz="13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42D044-6B8D-0335-95CC-364E563C0E47}"/>
              </a:ext>
            </a:extLst>
          </p:cNvPr>
          <p:cNvSpPr/>
          <p:nvPr/>
        </p:nvSpPr>
        <p:spPr>
          <a:xfrm>
            <a:off x="12783311" y="7754111"/>
            <a:ext cx="1847088" cy="3474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0927"/>
            <a:ext cx="537198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u="sng" dirty="0">
                <a:solidFill>
                  <a:srgbClr val="000000"/>
                </a:solidFill>
                <a:latin typeface="Inter Bold"/>
                <a:ea typeface="Inter Bold" pitchFamily="34" charset="-122"/>
                <a:cs typeface="Inter Bold" pitchFamily="34" charset="-120"/>
              </a:rPr>
              <a:t>Bridging the Market Gap</a:t>
            </a:r>
            <a:endParaRPr lang="en-US" sz="3550" u="sng">
              <a:latin typeface="Inter Bold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771531"/>
            <a:ext cx="278522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Market Problems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259092"/>
            <a:ext cx="6300073" cy="1454110"/>
          </a:xfrm>
          <a:prstGeom prst="roundRect">
            <a:avLst>
              <a:gd name="adj" fmla="val 754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930" y="2259092"/>
            <a:ext cx="91440" cy="1454110"/>
          </a:xfrm>
          <a:prstGeom prst="roundRect">
            <a:avLst>
              <a:gd name="adj" fmla="val 83349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1066681" y="246340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Complex Interfaces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66681" y="2928342"/>
            <a:ext cx="582287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existing platforms feature overly complex user interfaces that lack essential functionalities, hindering adoption by farmers.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93790" y="3894653"/>
            <a:ext cx="6300073" cy="1744385"/>
          </a:xfrm>
          <a:prstGeom prst="roundRect">
            <a:avLst>
              <a:gd name="adj" fmla="val 629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0930" y="3894653"/>
            <a:ext cx="91440" cy="1744385"/>
          </a:xfrm>
          <a:prstGeom prst="roundRect">
            <a:avLst>
              <a:gd name="adj" fmla="val 83349"/>
            </a:avLst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1066681" y="409896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Lack of Trust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66681" y="4563904"/>
            <a:ext cx="5822871" cy="870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significant trust deficit exists in current digital agricultural marketplaces, particularly concerning payment security and product quality.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3790" y="5820489"/>
            <a:ext cx="6300073" cy="1454110"/>
          </a:xfrm>
          <a:prstGeom prst="roundRect">
            <a:avLst>
              <a:gd name="adj" fmla="val 754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0930" y="5820489"/>
            <a:ext cx="91440" cy="1454110"/>
          </a:xfrm>
          <a:prstGeom prst="roundRect">
            <a:avLst>
              <a:gd name="adj" fmla="val 83349"/>
            </a:avLst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681" y="6024801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Untapped Potential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66681" y="6489740"/>
            <a:ext cx="582287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full potential of integrating advanced technology for farmer empowerment remains largely unexplored.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44157" y="1771531"/>
            <a:ext cx="277082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AgroConnect's Solutions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544157" y="2259092"/>
            <a:ext cx="6300073" cy="1454110"/>
          </a:xfrm>
          <a:prstGeom prst="roundRect">
            <a:avLst>
              <a:gd name="adj" fmla="val 754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21297" y="2259092"/>
            <a:ext cx="91440" cy="1454110"/>
          </a:xfrm>
          <a:prstGeom prst="roundRect">
            <a:avLst>
              <a:gd name="adj" fmla="val 83349"/>
            </a:avLst>
          </a:prstGeom>
          <a:solidFill>
            <a:srgbClr val="4950BC"/>
          </a:solidFill>
          <a:ln/>
        </p:spPr>
      </p:sp>
      <p:sp>
        <p:nvSpPr>
          <p:cNvPr id="19" name="Text 17"/>
          <p:cNvSpPr/>
          <p:nvPr/>
        </p:nvSpPr>
        <p:spPr>
          <a:xfrm>
            <a:off x="7817048" y="2463403"/>
            <a:ext cx="246483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Simple, Multilingual UI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817048" y="2928342"/>
            <a:ext cx="582287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intuitive interface in multiple local languages ensures accessibility for all farmers.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544157" y="3894653"/>
            <a:ext cx="6300073" cy="1454110"/>
          </a:xfrm>
          <a:prstGeom prst="roundRect">
            <a:avLst>
              <a:gd name="adj" fmla="val 754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21297" y="3894653"/>
            <a:ext cx="91440" cy="1454110"/>
          </a:xfrm>
          <a:prstGeom prst="roundRect">
            <a:avLst>
              <a:gd name="adj" fmla="val 83349"/>
            </a:avLst>
          </a:prstGeom>
          <a:solidFill>
            <a:srgbClr val="4950BC"/>
          </a:solidFill>
          <a:ln/>
        </p:spPr>
      </p:sp>
      <p:sp>
        <p:nvSpPr>
          <p:cNvPr id="23" name="Text 21"/>
          <p:cNvSpPr/>
          <p:nvPr/>
        </p:nvSpPr>
        <p:spPr>
          <a:xfrm>
            <a:off x="7817048" y="4098965"/>
            <a:ext cx="326636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Hassle-Free Financial Access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817048" y="4563904"/>
            <a:ext cx="582287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Facilitating easy access to loans and secure ESCROW payments builds critical trust.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44157" y="5530215"/>
            <a:ext cx="6300073" cy="1744385"/>
          </a:xfrm>
          <a:prstGeom prst="roundRect">
            <a:avLst>
              <a:gd name="adj" fmla="val 629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21297" y="5530215"/>
            <a:ext cx="91440" cy="1744385"/>
          </a:xfrm>
          <a:prstGeom prst="roundRect">
            <a:avLst>
              <a:gd name="adj" fmla="val 83349"/>
            </a:avLst>
          </a:prstGeom>
          <a:solidFill>
            <a:srgbClr val="4950BC"/>
          </a:solidFill>
          <a:ln/>
        </p:spPr>
      </p:sp>
      <p:sp>
        <p:nvSpPr>
          <p:cNvPr id="27" name="Text 25"/>
          <p:cNvSpPr/>
          <p:nvPr/>
        </p:nvSpPr>
        <p:spPr>
          <a:xfrm>
            <a:off x="7817048" y="573452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Integrated AI Tools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817048" y="6199465"/>
            <a:ext cx="5822871" cy="870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like AI-driven crop disease detection and streamlined access to farming equipment directly address key pain points, eliminating intermediaries.</a:t>
            </a:r>
            <a:endParaRPr lang="en-US" sz="1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248473F-0329-E4DB-276E-FD5514D5D341}"/>
              </a:ext>
            </a:extLst>
          </p:cNvPr>
          <p:cNvSpPr/>
          <p:nvPr/>
        </p:nvSpPr>
        <p:spPr>
          <a:xfrm>
            <a:off x="12783311" y="7754111"/>
            <a:ext cx="1847088" cy="3474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4214"/>
            <a:ext cx="89612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u="sng" dirty="0">
                <a:solidFill>
                  <a:srgbClr val="000000"/>
                </a:solidFill>
                <a:latin typeface="Inter Bold"/>
                <a:ea typeface="Inter Bold" pitchFamily="34" charset="-122"/>
                <a:cs typeface="Inter Bold" pitchFamily="34" charset="-120"/>
              </a:rPr>
              <a:t>Literature Survey / Related Work</a:t>
            </a:r>
            <a:endParaRPr lang="en-US" sz="4450" u="sng">
              <a:latin typeface="Inter Bold"/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496622"/>
            <a:ext cx="13042821" cy="3054906"/>
          </a:xfrm>
          <a:prstGeom prst="roundRect">
            <a:avLst>
              <a:gd name="adj" fmla="val 311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504242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224" y="2647950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e-NAM (India): Provides market data only; lacks payment and quality verification.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45824" y="2647950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solution with AI quality checks, dynamic pricing, and secure payments.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01410" y="3517463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28224" y="3661172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iCow (Kenya), FarmCrowdy (Nigeria): No successes and limited scalability beyond specific regions.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45824" y="3661172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for scalability and global reach, adaptable to diverse agricultural ecosystems.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4530685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224" y="4674394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FBN (USA), AgriDigital (Australia): Primarily cater to large-scale commercial farms, excluding smallholders.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824" y="4674394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Specifically designed to empower small and medium-sized farmers, improving their market access.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5806678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market currently lacks a platform that seamlessly integrates AI-driven quality assurance, dynamic pricing, secure payments, and end-to-end logistics. AgroConnect is uniquely positioned to fill this critical gap, providing a comprehensive solution for agricultural trade.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2A19E4-2169-9F69-97D5-6B74FD770D13}"/>
              </a:ext>
            </a:extLst>
          </p:cNvPr>
          <p:cNvSpPr/>
          <p:nvPr/>
        </p:nvSpPr>
        <p:spPr>
          <a:xfrm>
            <a:off x="12783311" y="7754111"/>
            <a:ext cx="1847088" cy="3474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7699"/>
            <a:ext cx="10063996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u="sng" dirty="0">
                <a:solidFill>
                  <a:srgbClr val="000000"/>
                </a:solidFill>
                <a:latin typeface="Inter Bold" pitchFamily="34" charset="0"/>
                <a:ea typeface="Inter Bold"/>
                <a:cs typeface="Inter Bold" pitchFamily="34" charset="-120"/>
              </a:rPr>
              <a:t>Technical Approach &amp; AI Methodology</a:t>
            </a:r>
            <a:endParaRPr lang="en-US" sz="4200" u="sng">
              <a:ea typeface="Inter Bold"/>
              <a:cs typeface="Calibri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742003"/>
            <a:ext cx="646390" cy="646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65771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Quality Verification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93790" y="3123486"/>
            <a:ext cx="638675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Utilizing </a:t>
            </a: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MobileNet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TensorFlow Lite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efficient, on-device AI-powered quality assessment of produce.</a:t>
            </a:r>
            <a:endParaRPr lang="en-US" sz="1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9860" y="1742003"/>
            <a:ext cx="646390" cy="6463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49860" y="265771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 Pricing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7449860" y="3123486"/>
            <a:ext cx="6386751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sophisticated formula combining </a:t>
            </a: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e-NAM data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quality scores, market demand, and seasonality to ensure fair and competitive pricing.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588788"/>
            <a:ext cx="646390" cy="6463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50449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Fraud Detection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793790" y="5970270"/>
            <a:ext cx="6386751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Employing </a:t>
            </a: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algorithms with </a:t>
            </a: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(SHapley Additive exPlanations) for robust and transparent fraud detection.</a:t>
            </a:r>
            <a:endParaRPr lang="en-US" sz="16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9860" y="4588788"/>
            <a:ext cx="646390" cy="64639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49860" y="5504498"/>
            <a:ext cx="3147536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 &amp; Logistics</a:t>
            </a:r>
            <a:endParaRPr lang="en-US" sz="2100" dirty="0"/>
          </a:p>
        </p:txBody>
      </p:sp>
      <p:sp>
        <p:nvSpPr>
          <p:cNvPr id="14" name="Text 8"/>
          <p:cNvSpPr/>
          <p:nvPr/>
        </p:nvSpPr>
        <p:spPr>
          <a:xfrm>
            <a:off x="7449860" y="5970270"/>
            <a:ext cx="6386751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on a </a:t>
            </a: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MERN stack PWA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(Progressive Web App), integrated with </a:t>
            </a: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Mapbox API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optimized mapping and delivery logistics.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793790" y="7247096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6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51AD30-7B44-92C9-C624-D88B6468634A}"/>
              </a:ext>
            </a:extLst>
          </p:cNvPr>
          <p:cNvSpPr/>
          <p:nvPr/>
        </p:nvSpPr>
        <p:spPr>
          <a:xfrm>
            <a:off x="12783311" y="7754111"/>
            <a:ext cx="1847088" cy="3474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7463"/>
            <a:ext cx="6247686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u="sng" dirty="0">
                <a:solidFill>
                  <a:srgbClr val="000000"/>
                </a:solidFill>
                <a:latin typeface="Inter Bold"/>
                <a:ea typeface="Inter Bold" pitchFamily="34" charset="-122"/>
                <a:cs typeface="Inter Bold" pitchFamily="34" charset="-120"/>
              </a:rPr>
              <a:t>AgroConnect System Flow</a:t>
            </a:r>
            <a:endParaRPr lang="en-US" sz="3750" u="sng">
              <a:latin typeface="Inter Bold"/>
              <a:ea typeface="Calibri"/>
              <a:cs typeface="Calibri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103" y="1645444"/>
            <a:ext cx="11080075" cy="54013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7263646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streamlined system ensures transparency and efficiency from farm to table, leveraging AI and secure payment mechanisms.</a:t>
            </a:r>
            <a:endParaRPr lang="en-US" sz="15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DC90CA-01BB-8627-7938-89F3335186A1}"/>
              </a:ext>
            </a:extLst>
          </p:cNvPr>
          <p:cNvSpPr/>
          <p:nvPr/>
        </p:nvSpPr>
        <p:spPr>
          <a:xfrm>
            <a:off x="12783311" y="7754111"/>
            <a:ext cx="1847088" cy="3474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6156"/>
            <a:ext cx="12309515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u="sng" dirty="0">
                <a:solidFill>
                  <a:srgbClr val="000000"/>
                </a:solidFill>
                <a:latin typeface="Inter Bold" pitchFamily="34" charset="0"/>
                <a:ea typeface="Inter Bold"/>
                <a:cs typeface="Inter Bold" pitchFamily="34" charset="-120"/>
              </a:rPr>
              <a:t>Business Model: Driving Value Through Commission</a:t>
            </a:r>
            <a:endParaRPr lang="en-US" sz="3750" u="sng">
              <a:ea typeface="Inter Bold"/>
              <a:cs typeface="Calibri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085" y="1664137"/>
            <a:ext cx="10598110" cy="4154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69717" y="1867897"/>
            <a:ext cx="1940111" cy="623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Farmers sell on AgroConnect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420261" y="1867897"/>
            <a:ext cx="1940111" cy="93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AgroConnect takes commission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420261" y="4991475"/>
            <a:ext cx="1940111" cy="623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Farmers earn higher profits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269717" y="4991475"/>
            <a:ext cx="1940111" cy="623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Buyers get fair prices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93790" y="6035754"/>
            <a:ext cx="13042821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revenue model is built on a transparent commission structure, where AgroConnect takes a small percentage from each successful sale. This model aligns our success directly with the prosperity of our users.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3790" y="6869311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Farmers Benefit: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Enjoy higher profits due to reduced intermediary costs and secure, transparent transactions.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3790" y="7245072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Consumers Benefit: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Access competitively priced, high-quality produce with guaranteed authenticity.</a:t>
            </a:r>
            <a:endParaRPr lang="en-US" sz="15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14E665-7F9D-99C0-0E04-FC996AF3B1A7}"/>
              </a:ext>
            </a:extLst>
          </p:cNvPr>
          <p:cNvSpPr/>
          <p:nvPr/>
        </p:nvSpPr>
        <p:spPr>
          <a:xfrm>
            <a:off x="12783311" y="7754111"/>
            <a:ext cx="1847088" cy="3474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858" y="600908"/>
            <a:ext cx="5997297" cy="443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u="sng" dirty="0">
                <a:solidFill>
                  <a:srgbClr val="000000"/>
                </a:solidFill>
                <a:latin typeface="Inter Bold"/>
                <a:ea typeface="Inter Bold"/>
                <a:cs typeface="Inter Bold" pitchFamily="34" charset="-120"/>
              </a:rPr>
              <a:t>Mutual Benefits: Farmers &amp; Buyers</a:t>
            </a:r>
            <a:endParaRPr lang="en-US" sz="2750" u="sng">
              <a:latin typeface="Inter Bold"/>
              <a:ea typeface="Inter Bold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4858" y="1399818"/>
            <a:ext cx="1775460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/>
                <a:ea typeface="Inter Bold" pitchFamily="34" charset="-122"/>
                <a:cs typeface="Inter Bold" pitchFamily="34" charset="-120"/>
              </a:rPr>
              <a:t>For Farmers</a:t>
            </a:r>
            <a:endParaRPr lang="en-US" sz="2000" b="1">
              <a:latin typeface="Inter Bold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4858" y="1994416"/>
            <a:ext cx="6377107" cy="1103352"/>
          </a:xfrm>
          <a:prstGeom prst="roundRect">
            <a:avLst>
              <a:gd name="adj" fmla="val 663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64858" y="1979176"/>
            <a:ext cx="6377107" cy="60960"/>
          </a:xfrm>
          <a:prstGeom prst="roundRect">
            <a:avLst>
              <a:gd name="adj" fmla="val 97866"/>
            </a:avLst>
          </a:prstGeom>
          <a:solidFill>
            <a:srgbClr val="4950BC"/>
          </a:solidFill>
          <a:ln/>
        </p:spPr>
      </p:sp>
      <p:sp>
        <p:nvSpPr>
          <p:cNvPr id="6" name="Shape 4"/>
          <p:cNvSpPr/>
          <p:nvPr/>
        </p:nvSpPr>
        <p:spPr>
          <a:xfrm>
            <a:off x="3740289" y="1781413"/>
            <a:ext cx="426125" cy="426125"/>
          </a:xfrm>
          <a:prstGeom prst="roundRect">
            <a:avLst>
              <a:gd name="adj" fmla="val 214585"/>
            </a:avLst>
          </a:prstGeom>
          <a:solidFill>
            <a:srgbClr val="4950B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162" y="1887974"/>
            <a:ext cx="170378" cy="2130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2139" y="2349460"/>
            <a:ext cx="1775460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Higher Income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22139" y="2713315"/>
            <a:ext cx="606254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sales translate to a larger share of the profit, improving livelihoods.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4858" y="3452813"/>
            <a:ext cx="6377107" cy="1103352"/>
          </a:xfrm>
          <a:prstGeom prst="roundRect">
            <a:avLst>
              <a:gd name="adj" fmla="val 6630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764858" y="3437573"/>
            <a:ext cx="6377107" cy="60960"/>
          </a:xfrm>
          <a:prstGeom prst="roundRect">
            <a:avLst>
              <a:gd name="adj" fmla="val 97866"/>
            </a:avLst>
          </a:prstGeom>
          <a:solidFill>
            <a:srgbClr val="4950BC"/>
          </a:solidFill>
          <a:ln/>
        </p:spPr>
      </p:sp>
      <p:sp>
        <p:nvSpPr>
          <p:cNvPr id="12" name="Shape 9"/>
          <p:cNvSpPr/>
          <p:nvPr/>
        </p:nvSpPr>
        <p:spPr>
          <a:xfrm>
            <a:off x="3740289" y="3239810"/>
            <a:ext cx="426125" cy="426125"/>
          </a:xfrm>
          <a:prstGeom prst="roundRect">
            <a:avLst>
              <a:gd name="adj" fmla="val 214585"/>
            </a:avLst>
          </a:prstGeom>
          <a:solidFill>
            <a:srgbClr val="4950B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8162" y="3346371"/>
            <a:ext cx="170378" cy="2130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22139" y="3807857"/>
            <a:ext cx="1775460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Transparency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922139" y="4171712"/>
            <a:ext cx="606254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pricing and quality standards foster trust and fair trade practices.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64858" y="4911209"/>
            <a:ext cx="6377107" cy="1103352"/>
          </a:xfrm>
          <a:prstGeom prst="roundRect">
            <a:avLst>
              <a:gd name="adj" fmla="val 6630"/>
            </a:avLst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764858" y="4895969"/>
            <a:ext cx="6377107" cy="60960"/>
          </a:xfrm>
          <a:prstGeom prst="roundRect">
            <a:avLst>
              <a:gd name="adj" fmla="val 97866"/>
            </a:avLst>
          </a:prstGeom>
          <a:solidFill>
            <a:srgbClr val="4950BC"/>
          </a:solidFill>
          <a:ln/>
        </p:spPr>
      </p:sp>
      <p:sp>
        <p:nvSpPr>
          <p:cNvPr id="18" name="Shape 14"/>
          <p:cNvSpPr/>
          <p:nvPr/>
        </p:nvSpPr>
        <p:spPr>
          <a:xfrm>
            <a:off x="3740289" y="4698206"/>
            <a:ext cx="426125" cy="426125"/>
          </a:xfrm>
          <a:prstGeom prst="roundRect">
            <a:avLst>
              <a:gd name="adj" fmla="val 214585"/>
            </a:avLst>
          </a:prstGeom>
          <a:solidFill>
            <a:srgbClr val="4950BC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8162" y="4804767"/>
            <a:ext cx="170378" cy="2130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2139" y="5266253"/>
            <a:ext cx="1775460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Bulk Sales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922139" y="5630108"/>
            <a:ext cx="606254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to a wider buyer base enables larger volume transactions.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64858" y="6369606"/>
            <a:ext cx="6377107" cy="1103352"/>
          </a:xfrm>
          <a:prstGeom prst="roundRect">
            <a:avLst>
              <a:gd name="adj" fmla="val 6630"/>
            </a:avLst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764858" y="6354366"/>
            <a:ext cx="6377107" cy="60960"/>
          </a:xfrm>
          <a:prstGeom prst="roundRect">
            <a:avLst>
              <a:gd name="adj" fmla="val 97866"/>
            </a:avLst>
          </a:prstGeom>
          <a:solidFill>
            <a:srgbClr val="4950BC"/>
          </a:solidFill>
          <a:ln/>
        </p:spPr>
      </p:sp>
      <p:sp>
        <p:nvSpPr>
          <p:cNvPr id="24" name="Shape 19"/>
          <p:cNvSpPr/>
          <p:nvPr/>
        </p:nvSpPr>
        <p:spPr>
          <a:xfrm>
            <a:off x="3740289" y="6156603"/>
            <a:ext cx="426125" cy="426125"/>
          </a:xfrm>
          <a:prstGeom prst="roundRect">
            <a:avLst>
              <a:gd name="adj" fmla="val 214585"/>
            </a:avLst>
          </a:prstGeom>
          <a:solidFill>
            <a:srgbClr val="4950BC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8162" y="6263164"/>
            <a:ext cx="170378" cy="2130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2139" y="6724650"/>
            <a:ext cx="2016204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Inventory Management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922139" y="7088505"/>
            <a:ext cx="606254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to efficiently track and manage produce availability.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496056" y="1399818"/>
            <a:ext cx="1775460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/>
                <a:ea typeface="Inter Bold" pitchFamily="34" charset="-122"/>
                <a:cs typeface="Inter Bold" pitchFamily="34" charset="-120"/>
              </a:rPr>
              <a:t>For Buyers</a:t>
            </a:r>
            <a:endParaRPr lang="en-US" sz="2000">
              <a:latin typeface="Inter Bold"/>
              <a:ea typeface="Calibri"/>
              <a:cs typeface="Calibri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7496056" y="1994416"/>
            <a:ext cx="6377107" cy="1103352"/>
          </a:xfrm>
          <a:prstGeom prst="roundRect">
            <a:avLst>
              <a:gd name="adj" fmla="val 6630"/>
            </a:avLst>
          </a:prstGeom>
          <a:solidFill>
            <a:srgbClr val="FFFFFF"/>
          </a:solidFill>
          <a:ln/>
        </p:spPr>
      </p:sp>
      <p:sp>
        <p:nvSpPr>
          <p:cNvPr id="30" name="Shape 24"/>
          <p:cNvSpPr/>
          <p:nvPr/>
        </p:nvSpPr>
        <p:spPr>
          <a:xfrm>
            <a:off x="7496056" y="1979176"/>
            <a:ext cx="6377107" cy="60960"/>
          </a:xfrm>
          <a:prstGeom prst="roundRect">
            <a:avLst>
              <a:gd name="adj" fmla="val 97866"/>
            </a:avLst>
          </a:prstGeom>
          <a:solidFill>
            <a:srgbClr val="4950BC"/>
          </a:solidFill>
          <a:ln/>
        </p:spPr>
      </p:sp>
      <p:sp>
        <p:nvSpPr>
          <p:cNvPr id="31" name="Shape 25"/>
          <p:cNvSpPr/>
          <p:nvPr/>
        </p:nvSpPr>
        <p:spPr>
          <a:xfrm>
            <a:off x="10471487" y="1781413"/>
            <a:ext cx="426125" cy="426125"/>
          </a:xfrm>
          <a:prstGeom prst="roundRect">
            <a:avLst>
              <a:gd name="adj" fmla="val 214585"/>
            </a:avLst>
          </a:prstGeom>
          <a:solidFill>
            <a:srgbClr val="4950BC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9360" y="1887974"/>
            <a:ext cx="170378" cy="21300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653337" y="2349460"/>
            <a:ext cx="1775460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Fresh Produce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7653337" y="2713315"/>
            <a:ext cx="606254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sourcing ensures fresher, higher-quality agricultural products.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7496056" y="3452813"/>
            <a:ext cx="6377107" cy="1103352"/>
          </a:xfrm>
          <a:prstGeom prst="roundRect">
            <a:avLst>
              <a:gd name="adj" fmla="val 6630"/>
            </a:avLst>
          </a:prstGeom>
          <a:solidFill>
            <a:srgbClr val="FFFFFF"/>
          </a:solidFill>
          <a:ln/>
        </p:spPr>
      </p:sp>
      <p:sp>
        <p:nvSpPr>
          <p:cNvPr id="36" name="Shape 29"/>
          <p:cNvSpPr/>
          <p:nvPr/>
        </p:nvSpPr>
        <p:spPr>
          <a:xfrm>
            <a:off x="7496056" y="3437573"/>
            <a:ext cx="6377107" cy="60960"/>
          </a:xfrm>
          <a:prstGeom prst="roundRect">
            <a:avLst>
              <a:gd name="adj" fmla="val 97866"/>
            </a:avLst>
          </a:prstGeom>
          <a:solidFill>
            <a:srgbClr val="4950BC"/>
          </a:solidFill>
          <a:ln/>
        </p:spPr>
      </p:sp>
      <p:sp>
        <p:nvSpPr>
          <p:cNvPr id="37" name="Shape 30"/>
          <p:cNvSpPr/>
          <p:nvPr/>
        </p:nvSpPr>
        <p:spPr>
          <a:xfrm>
            <a:off x="10471487" y="3239810"/>
            <a:ext cx="426125" cy="426125"/>
          </a:xfrm>
          <a:prstGeom prst="roundRect">
            <a:avLst>
              <a:gd name="adj" fmla="val 214585"/>
            </a:avLst>
          </a:prstGeom>
          <a:solidFill>
            <a:srgbClr val="4950BC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9360" y="3346371"/>
            <a:ext cx="170378" cy="213003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653337" y="3807857"/>
            <a:ext cx="1775460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Competitive Pricing</a:t>
            </a:r>
            <a:endParaRPr lang="en-US" sz="1350" dirty="0"/>
          </a:p>
        </p:txBody>
      </p:sp>
      <p:sp>
        <p:nvSpPr>
          <p:cNvPr id="40" name="Text 32"/>
          <p:cNvSpPr/>
          <p:nvPr/>
        </p:nvSpPr>
        <p:spPr>
          <a:xfrm>
            <a:off x="7653337" y="4171712"/>
            <a:ext cx="606254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intermediary costs lead to more affordable prices.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7496056" y="4911209"/>
            <a:ext cx="6377107" cy="1103352"/>
          </a:xfrm>
          <a:prstGeom prst="roundRect">
            <a:avLst>
              <a:gd name="adj" fmla="val 6630"/>
            </a:avLst>
          </a:prstGeom>
          <a:solidFill>
            <a:srgbClr val="FFFFFF"/>
          </a:solidFill>
          <a:ln/>
        </p:spPr>
      </p:sp>
      <p:sp>
        <p:nvSpPr>
          <p:cNvPr id="42" name="Shape 34"/>
          <p:cNvSpPr/>
          <p:nvPr/>
        </p:nvSpPr>
        <p:spPr>
          <a:xfrm>
            <a:off x="7496056" y="4895969"/>
            <a:ext cx="6377107" cy="60960"/>
          </a:xfrm>
          <a:prstGeom prst="roundRect">
            <a:avLst>
              <a:gd name="adj" fmla="val 97866"/>
            </a:avLst>
          </a:prstGeom>
          <a:solidFill>
            <a:srgbClr val="4950BC"/>
          </a:solidFill>
          <a:ln/>
        </p:spPr>
      </p:sp>
      <p:sp>
        <p:nvSpPr>
          <p:cNvPr id="43" name="Shape 35"/>
          <p:cNvSpPr/>
          <p:nvPr/>
        </p:nvSpPr>
        <p:spPr>
          <a:xfrm>
            <a:off x="10471487" y="4698206"/>
            <a:ext cx="426125" cy="426125"/>
          </a:xfrm>
          <a:prstGeom prst="roundRect">
            <a:avLst>
              <a:gd name="adj" fmla="val 214585"/>
            </a:avLst>
          </a:prstGeom>
          <a:solidFill>
            <a:srgbClr val="4950BC"/>
          </a:solidFill>
          <a:ln/>
        </p:spPr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99360" y="4804767"/>
            <a:ext cx="170378" cy="213003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7653337" y="5266253"/>
            <a:ext cx="1936671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Direct Communication</a:t>
            </a:r>
            <a:endParaRPr lang="en-US" sz="1350" dirty="0"/>
          </a:p>
        </p:txBody>
      </p:sp>
      <p:sp>
        <p:nvSpPr>
          <p:cNvPr id="46" name="Text 37"/>
          <p:cNvSpPr/>
          <p:nvPr/>
        </p:nvSpPr>
        <p:spPr>
          <a:xfrm>
            <a:off x="7653337" y="5630108"/>
            <a:ext cx="606254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Ability to connect directly with farmers for specific needs or inquiries.</a:t>
            </a:r>
            <a:endParaRPr lang="en-US" sz="1100" dirty="0"/>
          </a:p>
        </p:txBody>
      </p:sp>
      <p:sp>
        <p:nvSpPr>
          <p:cNvPr id="47" name="Shape 38"/>
          <p:cNvSpPr/>
          <p:nvPr/>
        </p:nvSpPr>
        <p:spPr>
          <a:xfrm>
            <a:off x="7496056" y="6369606"/>
            <a:ext cx="6377107" cy="1103352"/>
          </a:xfrm>
          <a:prstGeom prst="roundRect">
            <a:avLst>
              <a:gd name="adj" fmla="val 6630"/>
            </a:avLst>
          </a:prstGeom>
          <a:solidFill>
            <a:srgbClr val="FFFFFF"/>
          </a:solidFill>
          <a:ln/>
        </p:spPr>
      </p:sp>
      <p:sp>
        <p:nvSpPr>
          <p:cNvPr id="48" name="Shape 39"/>
          <p:cNvSpPr/>
          <p:nvPr/>
        </p:nvSpPr>
        <p:spPr>
          <a:xfrm>
            <a:off x="7496056" y="6354366"/>
            <a:ext cx="6377107" cy="60960"/>
          </a:xfrm>
          <a:prstGeom prst="roundRect">
            <a:avLst>
              <a:gd name="adj" fmla="val 97866"/>
            </a:avLst>
          </a:prstGeom>
          <a:solidFill>
            <a:srgbClr val="4950BC"/>
          </a:solidFill>
          <a:ln/>
        </p:spPr>
      </p:sp>
      <p:sp>
        <p:nvSpPr>
          <p:cNvPr id="49" name="Shape 40"/>
          <p:cNvSpPr/>
          <p:nvPr/>
        </p:nvSpPr>
        <p:spPr>
          <a:xfrm>
            <a:off x="10471487" y="6156603"/>
            <a:ext cx="426125" cy="426125"/>
          </a:xfrm>
          <a:prstGeom prst="roundRect">
            <a:avLst>
              <a:gd name="adj" fmla="val 214585"/>
            </a:avLst>
          </a:prstGeom>
          <a:solidFill>
            <a:srgbClr val="4950BC"/>
          </a:solidFill>
          <a:ln/>
        </p:spPr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99360" y="6263164"/>
            <a:ext cx="170378" cy="213003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7653337" y="6724650"/>
            <a:ext cx="1775460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Trust in Sourcing</a:t>
            </a:r>
            <a:endParaRPr lang="en-US" sz="1350" dirty="0"/>
          </a:p>
        </p:txBody>
      </p:sp>
      <p:sp>
        <p:nvSpPr>
          <p:cNvPr id="52" name="Text 42"/>
          <p:cNvSpPr/>
          <p:nvPr/>
        </p:nvSpPr>
        <p:spPr>
          <a:xfrm>
            <a:off x="7653337" y="7088505"/>
            <a:ext cx="606254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quality and transparent origins build confidence in purchases.</a:t>
            </a:r>
            <a:endParaRPr lang="en-US" sz="11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666935E-26D3-8756-1F63-1F879630B1C9}"/>
              </a:ext>
            </a:extLst>
          </p:cNvPr>
          <p:cNvSpPr/>
          <p:nvPr/>
        </p:nvSpPr>
        <p:spPr>
          <a:xfrm>
            <a:off x="12783311" y="7754111"/>
            <a:ext cx="1847088" cy="3474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932" y="621387"/>
            <a:ext cx="3954780" cy="49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u="sng" dirty="0">
                <a:solidFill>
                  <a:srgbClr val="000000"/>
                </a:solidFill>
                <a:latin typeface="Inter Bold"/>
                <a:ea typeface="Inter Bold" pitchFamily="34" charset="-122"/>
                <a:cs typeface="Inter Bold" pitchFamily="34" charset="-120"/>
              </a:rPr>
              <a:t>Marketing Strategy</a:t>
            </a:r>
            <a:endParaRPr lang="en-US" sz="3100" u="sng">
              <a:latin typeface="Inter Bold"/>
              <a:ea typeface="Calibri"/>
              <a:cs typeface="Calibri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32" y="1530787"/>
            <a:ext cx="4431863" cy="44318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932" y="6140529"/>
            <a:ext cx="2371963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Social Media Campaigns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0932" y="6545818"/>
            <a:ext cx="6331387" cy="50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Engaging campaigns on platforms like Facebook and Instagram will target both farmers and buyers, showcasing success stories and the benefits of AgroConnect.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701" y="1530787"/>
            <a:ext cx="4431863" cy="44318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15701" y="6140529"/>
            <a:ext cx="2164913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Partnerships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7515701" y="6545818"/>
            <a:ext cx="6331387" cy="50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Collaborations with local agricultural cooperatives, NGOs, and established logistics providers will expand our reach and build community trust.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90932" y="7372231"/>
            <a:ext cx="13048536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multi-pronged marketing approach combines digital outreach with grassroots partnerships to maximise platform adoption and user engagement.</a:t>
            </a:r>
            <a:endParaRPr lang="en-US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378657-5276-B5D1-0DCD-4010E86366A7}"/>
              </a:ext>
            </a:extLst>
          </p:cNvPr>
          <p:cNvSpPr/>
          <p:nvPr/>
        </p:nvSpPr>
        <p:spPr>
          <a:xfrm>
            <a:off x="12783311" y="7754111"/>
            <a:ext cx="1847088" cy="3474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3051572"/>
            <a:ext cx="13042821" cy="212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700"/>
              </a:lnSpc>
              <a:buNone/>
            </a:pPr>
            <a:r>
              <a:rPr lang="en-US" sz="13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13350" dirty="0"/>
          </a:p>
        </p:txBody>
      </p:sp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54</cp:revision>
  <dcterms:created xsi:type="dcterms:W3CDTF">2025-09-12T23:18:45Z</dcterms:created>
  <dcterms:modified xsi:type="dcterms:W3CDTF">2025-09-12T23:45:02Z</dcterms:modified>
</cp:coreProperties>
</file>